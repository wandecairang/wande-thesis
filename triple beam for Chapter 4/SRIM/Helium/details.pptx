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4" d="100"/>
          <a:sy n="134" d="100"/>
        </p:scale>
        <p:origin x="12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30B6A-3660-B0ED-1211-AD8643FD5F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23BD17-0498-38F9-B02F-EC40B55DD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167DE-5588-F3C5-C67F-14E542E41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D877-0379-4663-83DD-0AF7C2E8C73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F6C51-8839-CE20-7AC2-405965EB4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18A34-7035-5263-0377-9729751F1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7519-76E8-40B6-8831-65E133AEB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806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64C1B-A964-69D2-9E58-B897D3160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02A09-C58C-C847-5DA8-351DA631F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E8815-E583-624C-7FB0-87ED3CF11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D877-0379-4663-83DD-0AF7C2E8C73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F5E04-F554-C461-E548-4CEDC5CA7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9CC00-50CA-8F74-E307-0B398C914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7519-76E8-40B6-8831-65E133AEB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357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57D84-031B-F4A6-1A1F-38FDD9526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6FC4DA-36CC-21D0-4CF5-CABD1850A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3AD30-19AA-CA9C-7E11-01D144411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D877-0379-4663-83DD-0AF7C2E8C73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93134-2E8D-6A82-2F34-E76121636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C3FD1-39B2-C636-7873-BDD6D772A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7519-76E8-40B6-8831-65E133AEB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524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124A3-0DE5-E615-2C0E-82416AAC7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5E823-C3A8-4E19-F76F-B807C08A0B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903C1-E1B6-0C42-EE5A-6435C3A0A2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E3ED0-FB9A-0AAC-4BA1-F0E50A4E9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D877-0379-4663-83DD-0AF7C2E8C73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549DD-DFEC-9DC4-5804-47E48EE48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3BA26-9055-D629-434D-BF6096A9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7519-76E8-40B6-8831-65E133AEB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50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34E95-8E10-9D47-B0D7-CFF22C5BF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A5167-2B1E-57C7-DCF8-77908B562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DF4775-E84E-8796-13BF-B34F801F5E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C65223-AF03-5237-3F42-05BE785560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EA3558-FB23-9CE9-14DA-0FE9E5D619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B4F826-A15F-762A-EF8E-E6E8020A0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D877-0379-4663-83DD-0AF7C2E8C73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D51305-6279-0A34-79C7-32BD9FEBE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FCCF3A-B47B-415E-F4C1-0FF4CA3A3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7519-76E8-40B6-8831-65E133AEB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657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59AF4-6318-8021-68AC-D976F47D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4F8511-B9CB-9692-5E0E-74A56CC3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D877-0379-4663-83DD-0AF7C2E8C73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85B255-0FF3-80C3-8006-C82340896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7EFC8D-6F8C-6333-3507-8B960A5E7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7519-76E8-40B6-8831-65E133AEB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302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217DC1-33EB-CBD5-C6BA-377760EF2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D877-0379-4663-83DD-0AF7C2E8C73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8FB168-F423-239F-2A14-460869982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978D4-24D1-CD3F-DEC2-8D9233CCB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7519-76E8-40B6-8831-65E133AEB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263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EAB2E-B611-B22F-D6CA-C6C0D1D8E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02894-63F4-46D9-2E87-9479C799F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57CE9F-D4B6-0017-DADA-B72D317BD9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9374B-70DA-07AC-A988-8A80C7DDF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D877-0379-4663-83DD-0AF7C2E8C73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A95085-0941-C566-F424-750C92573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E07C9-E81E-DBCC-F988-A294E5A96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7519-76E8-40B6-8831-65E133AEB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175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ECA76-8867-A908-B934-7110E0512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36136F-68B1-5CBE-C0C5-933DAC7E8F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E516B4-A553-7079-F6AF-A83439DAF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2B554B-3C01-9C4E-337E-FBFC154DB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D877-0379-4663-83DD-0AF7C2E8C73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828200-0830-04ED-7676-9A544A35F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66BF03-65CE-95CA-8095-166F4548F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7519-76E8-40B6-8831-65E133AEB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55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DD875-6CA1-055F-356A-D81C93A87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2CFC08-8D0F-F506-3BA4-CE7AB686D6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04697-7D36-4B7E-A759-098F6EBE6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D877-0379-4663-83DD-0AF7C2E8C73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0E9D8-2001-20A7-4F2E-C90152F78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38A49-8219-600F-B85F-FC58363E4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7519-76E8-40B6-8831-65E133AEB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638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70C3B5-77B9-DAC1-22AD-997BBCCE21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2CEB1B-8ED1-A528-A8C1-7F552BCB49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E71EE-BA1E-B327-1FB3-1BB99218D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D877-0379-4663-83DD-0AF7C2E8C73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A13E6-E5BB-53F2-ED3D-1F2472908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F81BA-E3C8-2633-496C-6F1592053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77519-76E8-40B6-8831-65E133AEB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484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9053AB-0592-5A87-7095-0356154B5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9BC88-DFD1-41F0-C1EA-9026CC732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457E2-D83D-0CA4-F8E7-4399D8A844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9D877-0379-4663-83DD-0AF7C2E8C73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87AEA-5AD0-65A3-06D2-E2B628596C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67F8A-A0A3-7201-0697-5F2B13405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077519-76E8-40B6-8831-65E133AEB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991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1833DD-DA3C-39D9-0EEF-B2D891BD5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997" y="0"/>
            <a:ext cx="906263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D579F7-F8EA-6841-D1E1-F19937574D0D}"/>
              </a:ext>
            </a:extLst>
          </p:cNvPr>
          <p:cNvSpPr txBox="1"/>
          <p:nvPr/>
        </p:nvSpPr>
        <p:spPr>
          <a:xfrm>
            <a:off x="96003" y="791675"/>
            <a:ext cx="24449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</a:t>
            </a:r>
            <a:r>
              <a:rPr lang="en-US" altLang="zh-CN" dirty="0"/>
              <a:t>e parameters:</a:t>
            </a:r>
          </a:p>
          <a:p>
            <a:r>
              <a:rPr lang="en-US" dirty="0"/>
              <a:t>6 energy from highest to lowest:</a:t>
            </a:r>
            <a:r>
              <a:rPr lang="en-US" dirty="0">
                <a:solidFill>
                  <a:srgbClr val="000000"/>
                </a:solidFill>
                <a:ea typeface="DengXian" panose="02010600030101010101" pitchFamily="2" charset="-122"/>
              </a:rPr>
              <a:t> 1525, 1225, 925, 625, 325, and 145 keV.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625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AD6C99-A8DE-BFF5-76FD-781A71E09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582"/>
            <a:ext cx="12192000" cy="593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907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DengXian</vt:lpstr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Wande Cairang</dc:creator>
  <cp:lastModifiedBy>Wande Cairang</cp:lastModifiedBy>
  <cp:revision>1</cp:revision>
  <dcterms:created xsi:type="dcterms:W3CDTF">2026-03-09T19:31:56Z</dcterms:created>
  <dcterms:modified xsi:type="dcterms:W3CDTF">2026-03-09T19:42:51Z</dcterms:modified>
</cp:coreProperties>
</file>