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22D1-4519-4CC7-3325-1F1E5D66C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6797F-8484-E7A7-BCDB-8CD16C900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58DF7-CFBF-7C7B-3F84-24554606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FD8D5-78F1-F56E-D36F-0D36511A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80B98-3439-4046-678E-5BA64081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9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3F9E-F45D-2597-3BEC-455DC38C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9D0A4-28E2-D9B6-B195-72B750AA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BBEBC-5D0A-BB81-6AE0-58611392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BB41F-C203-9A1D-B177-9970209E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F4595-B774-3580-294E-1DAFDD84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90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0241-A5F3-EA33-F7AA-8A3170AC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122E8-FF2B-6898-8FE4-5A43A5873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7C983-8A58-ED1C-89AC-90AA5D53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E9E80-FF73-BBF3-EE17-0BC5D46E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2F31-D66E-815F-C6FD-2C7809B7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4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2688-9E68-5F32-A541-68701F01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A3EE-F69E-67AF-E003-B8066EB3F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F85AC-A551-02AA-40C4-FA714ABF0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258C1-F6CD-0519-DB40-A30C2EF7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FAB0A-6B25-CEAD-D7DD-74C723BA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C5E65-6E11-78D7-849C-6D13D4BB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17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7CB5B-AC77-1522-2EC4-E1724048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F9522-9B88-BCDD-2C37-AD9C9BF16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95176-514E-BB08-7BF2-493D1C70B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02FF5-7327-008C-A7DF-F6F7242C5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8AA00-C29F-EF93-A6A2-88654456E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572D1-D659-235E-88AB-9053CF83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8BA21-10F6-CAD2-D03F-0D60CD89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28FED-D783-3C27-7B75-F50A57B6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AE0D-9840-3D5A-791C-86D20E3B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726F2-D606-5404-F92B-1C82D127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104F5-2C29-1A83-36B8-D3518F55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95E6B-D1A1-811C-FD8C-F44AC52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9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49225-498A-7139-65D6-ACCB6C5B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B6758-CF0A-9575-9CAE-3722D289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D310E-EBBE-50DF-3ADD-39DB022C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1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5651-7378-CC28-5DAC-75053CE7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C702-EE8B-4F02-EF6D-F2C80631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7CDEA-5CF9-B8F3-D07D-5A6ADE7F6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3AC9B-A8D3-9D3E-973C-D3D603AE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A84E7-5A61-C4FD-8848-7A2337FB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079FB-8CAC-D3DF-2B9E-52E8AA29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3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91FD-755F-9410-3077-3AB81B672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686F-43E8-7FF5-AE74-3E6B8DA56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5517C-10A9-C233-718D-2CD24FF74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EBED4-1AD2-13BD-D615-B035E0F0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FE468-91C0-D72C-6A58-2FB30A03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05C83-886A-164E-09FB-AF3E6624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BDA7-D3F0-492D-0B2B-84B62B28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561FC-B1CF-3BB6-EB31-D849B5936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021-7F71-E733-ABDF-4EB988E8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2A16C-F082-8921-9088-16DB56AA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13E51-0D3D-5549-29C1-DB635B0E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A2DB1-8BA2-4BD8-816B-F57D765CB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DB956-A441-73E2-574A-8D5B250E7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CFE86-4755-9D22-964F-083DBD76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77CFF-CBE2-A435-07CF-8BC7D3CD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00DB2-E0DE-92D7-27A2-096F30AA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50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3030C-4D94-AD06-3256-42B761FF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FE8B0-8E4C-9F6C-5755-E6D3E1E15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8D484-45D9-7AD8-3680-1B3904A2B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6672C-CE08-44EC-84E5-D5427F4F381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006F5-6A74-498F-39C3-B6F0913F2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0608-1CA5-C166-21C5-BE8FDEA85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0F6BA-8761-4914-8790-0E19C9E3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0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E6C858-65E4-897D-051E-B8958F14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1" y="0"/>
            <a:ext cx="103593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2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57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 Cairang</dc:creator>
  <cp:lastModifiedBy>Wande Cairang</cp:lastModifiedBy>
  <cp:revision>1</cp:revision>
  <dcterms:created xsi:type="dcterms:W3CDTF">2026-03-09T20:56:33Z</dcterms:created>
  <dcterms:modified xsi:type="dcterms:W3CDTF">2026-03-09T23:49:20Z</dcterms:modified>
</cp:coreProperties>
</file>