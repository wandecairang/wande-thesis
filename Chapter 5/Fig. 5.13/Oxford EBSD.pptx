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03" r:id="rId2"/>
    <p:sldId id="30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8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73CC3-E4DF-4457-975D-61209D1A098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CA2DB-5DC7-48A2-A873-F8D072E4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1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299BB307-EF85-4F87-8176-B7AC0A80B983}" type="slidenum">
              <a:rPr lang="en-GB" sz="1400" b="0" strike="noStrike" spc="-1" smtClean="0">
                <a:latin typeface="Times New Roman"/>
              </a:rPr>
              <a:t>1</a:t>
            </a:fld>
            <a:endParaRPr lang="en-GB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4183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299BB307-EF85-4F87-8176-B7AC0A80B983}" type="slidenum">
              <a:rPr lang="en-GB" sz="1400" b="0" strike="noStrike" spc="-1" smtClean="0">
                <a:latin typeface="Times New Roman"/>
              </a:rPr>
              <a:t>2</a:t>
            </a:fld>
            <a:endParaRPr lang="en-GB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407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4960-933D-9D10-F2DC-FD7358B84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E9820-889E-3DF6-4E38-568B993CC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5EDB2-D821-FBB0-4628-25DC39D9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4309A-11E0-E853-8DB3-708D3F74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D218B-A0D5-3DB2-0720-977D68B6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8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290D-EB2D-1597-453B-F9808A65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6C248-370C-DF0A-F100-0A172BC4C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A1830-1091-CCE7-782F-9ACA96C8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571B-6287-D1D4-69C6-479AFBB3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35E5-BC2C-E021-2558-34BDA92F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1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15F2-EBF9-139F-538E-32859D70E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61B22-A392-B9C6-40FE-679BA2BFA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5341-F734-C9C6-F0BE-D3236B4E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3863D-34D5-C873-6271-AB92B688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8C1E9-6C0C-AACC-5873-61886F87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5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558A-50CC-F4C4-9542-AB518079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F893B-9DC4-4510-2C50-2058CE588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B2B06-C11D-74D8-FA0F-2625A9343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CFDCC-1DF2-56BB-709B-425C341E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FE236-BE61-9368-0D20-FB9CE927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14269-A0A5-5E42-7C90-1A5A4092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1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28A1-4370-B668-EBDE-6762605A0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83D6A-55B8-8B51-73CD-389F1B781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ADC10-269D-6B55-4FF1-851C24D0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3EBFC-4672-7E58-9094-CA818337A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A6996-6C93-E25A-705A-CBB3A217D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52DE0-C62E-2B97-08A2-A95A782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FC3E6-9DF3-7B42-C93B-00925479E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85B3E-4513-3187-58BD-B3BB1E61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6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EE68-B47D-4B1F-8426-62FCC69A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9AF80E-F289-35BB-DEFB-24A3435C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B6C23-93D2-D6FE-D3F0-4E667536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8CF17-6FF7-D9E7-E3DD-29E5D3A7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D4B7B-01EB-4F80-46B8-07CA7F958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61803-121F-6327-D9CD-F0B61BB0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EB59D-EB98-0A4F-C576-8A6D0547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39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015C-2C68-79CC-58DE-DC3DEE58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209C7-AFCA-83E6-4006-C4987DCF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EBDAA-3621-4FA6-787E-46705E043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BC349-CFC9-9C81-D721-AA597A17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45A12-ADA0-B89B-238E-871B8AB7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1BB58-E069-1670-2BBB-EDECE91D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1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9C51-3997-701C-3559-24F90779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D3937-A744-3DCC-05CF-20E11493E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91867-160E-4D46-EABA-19FDEEA8D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74E57-6499-679D-1075-FBD84359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C5FC7-B1FB-7A01-7B1F-58CB0C7C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08BFD-EDF4-3877-DCD4-1933910B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5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FB7A-A3E4-BC8F-A97A-2ABEE3E8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2F1AD-93FC-C149-9747-BF5E22E7C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6FC1-9A8C-08D8-B257-A7460EA4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71502-9E3B-9852-475B-A90B9BC33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81616-7734-4DDB-AA8D-B3940645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3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3B4DC-0CC7-0C06-B8BB-054A9740F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5D420-9BFE-93A5-7A14-C4B4BA09A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F809D-407B-B3C1-FAE3-D890C318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9CE4-6B51-EB5B-8EC7-53EE019A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BAE2-8CB5-7AA4-9629-70555A88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35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602" y="273551"/>
            <a:ext cx="10972585" cy="11450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104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602" y="1604729"/>
            <a:ext cx="10972585" cy="39772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2258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19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35478C-027F-A2D0-072C-7BF4EEEAF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9F843-D2EB-1CE8-B3AD-07C0C9FCD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0FC4D-5B9D-5A24-2CE9-18114F88FB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3AB9B-4883-471D-98E7-FDD409DC5E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ADA60-62C5-7911-51B3-F8C2F89BF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63DCE-6CEC-EE5B-7C11-46447AF18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E018E-A2FD-48D2-8A85-C2177C89C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4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FA8A5677-ACE4-4E7A-9C82-0CEA1F94EF04}"/>
              </a:ext>
            </a:extLst>
          </p:cNvPr>
          <p:cNvSpPr/>
          <p:nvPr/>
        </p:nvSpPr>
        <p:spPr>
          <a:xfrm>
            <a:off x="566591" y="93470"/>
            <a:ext cx="8220996" cy="725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GB" sz="2540" b="1" spc="-1" dirty="0">
                <a:solidFill>
                  <a:srgbClr val="17375E"/>
                </a:solidFill>
                <a:latin typeface="Calibri"/>
              </a:rPr>
              <a:t>Phase 2  –  Initial Carbon Coating </a:t>
            </a:r>
            <a:endParaRPr lang="en-GB" sz="2540" spc="-1" dirty="0">
              <a:latin typeface="Arial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CB3A4417-CECD-4B53-932D-C55E8AF8B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" y="23955032"/>
            <a:ext cx="130353" cy="260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4514" tIns="32257" rIns="64514" bIns="32257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270"/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F46C184B-F9BE-42C4-BB0D-1D98E75D0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11" y="24062556"/>
            <a:ext cx="130353" cy="260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4514" tIns="32257" rIns="64514" bIns="32257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270"/>
          </a:p>
        </p:txBody>
      </p:sp>
      <p:sp>
        <p:nvSpPr>
          <p:cNvPr id="14" name="Rectangle 40">
            <a:extLst>
              <a:ext uri="{FF2B5EF4-FFF2-40B4-BE49-F238E27FC236}">
                <a16:creationId xmlns:a16="http://schemas.microsoft.com/office/drawing/2014/main" id="{50A2460B-7E33-4E11-9409-72640DE8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603" y="9742489"/>
            <a:ext cx="130353" cy="260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4514" tIns="32257" rIns="64514" bIns="32257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270"/>
          </a:p>
        </p:txBody>
      </p:sp>
      <p:pic>
        <p:nvPicPr>
          <p:cNvPr id="18" name="Picture 24">
            <a:extLst>
              <a:ext uri="{FF2B5EF4-FFF2-40B4-BE49-F238E27FC236}">
                <a16:creationId xmlns:a16="http://schemas.microsoft.com/office/drawing/2014/main" id="{E3EBF216-B69E-40B0-8F71-3C0CB85017B0}"/>
              </a:ext>
            </a:extLst>
          </p:cNvPr>
          <p:cNvPicPr/>
          <p:nvPr/>
        </p:nvPicPr>
        <p:blipFill>
          <a:blip r:embed="rId3"/>
          <a:srcRect r="-101"/>
          <a:stretch/>
        </p:blipFill>
        <p:spPr>
          <a:xfrm>
            <a:off x="9684691" y="81278"/>
            <a:ext cx="2268159" cy="694925"/>
          </a:xfrm>
          <a:prstGeom prst="rect">
            <a:avLst/>
          </a:prstGeom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F03666D-D595-45E5-B0BD-153F0A12D77A}"/>
              </a:ext>
            </a:extLst>
          </p:cNvPr>
          <p:cNvGrpSpPr/>
          <p:nvPr/>
        </p:nvGrpSpPr>
        <p:grpSpPr>
          <a:xfrm>
            <a:off x="107711" y="1462570"/>
            <a:ext cx="5342233" cy="2126050"/>
            <a:chOff x="152400" y="2072989"/>
            <a:chExt cx="6118146" cy="2434841"/>
          </a:xfrm>
        </p:grpSpPr>
        <p:pic>
          <p:nvPicPr>
            <p:cNvPr id="11" name="Picture 10" descr="A black and white photo of a white strip&#10;&#10;Description automatically generated">
              <a:extLst>
                <a:ext uri="{FF2B5EF4-FFF2-40B4-BE49-F238E27FC236}">
                  <a16:creationId xmlns:a16="http://schemas.microsoft.com/office/drawing/2014/main" id="{21ACDE65-BE2A-41CD-87FF-A1DD97D957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087" b="43329"/>
            <a:stretch/>
          </p:blipFill>
          <p:spPr>
            <a:xfrm>
              <a:off x="152400" y="2072989"/>
              <a:ext cx="6118146" cy="2200552"/>
            </a:xfrm>
            <a:prstGeom prst="rect">
              <a:avLst/>
            </a:prstGeom>
          </p:spPr>
        </p:pic>
        <p:pic>
          <p:nvPicPr>
            <p:cNvPr id="16" name="Picture 15" descr="A black and white photo of a white strip&#10;&#10;Description automatically generated">
              <a:extLst>
                <a:ext uri="{FF2B5EF4-FFF2-40B4-BE49-F238E27FC236}">
                  <a16:creationId xmlns:a16="http://schemas.microsoft.com/office/drawing/2014/main" id="{D722DFD5-42EA-4808-8E34-6D9F7E2AC4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4874" r="76464" b="273"/>
            <a:stretch/>
          </p:blipFill>
          <p:spPr>
            <a:xfrm>
              <a:off x="152400" y="4273541"/>
              <a:ext cx="1440000" cy="234289"/>
            </a:xfrm>
            <a:prstGeom prst="rect">
              <a:avLst/>
            </a:prstGeom>
          </p:spPr>
        </p:pic>
      </p:grpSp>
      <p:pic>
        <p:nvPicPr>
          <p:cNvPr id="7" name="Picture 6" descr="A colorful background with black border&#10;&#10;Description automatically generated">
            <a:extLst>
              <a:ext uri="{FF2B5EF4-FFF2-40B4-BE49-F238E27FC236}">
                <a16:creationId xmlns:a16="http://schemas.microsoft.com/office/drawing/2014/main" id="{5DDC4848-05CB-4BEF-B711-C3E0F9FCB1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18" y="1142417"/>
            <a:ext cx="5867242" cy="1703401"/>
          </a:xfrm>
          <a:prstGeom prst="rect">
            <a:avLst/>
          </a:prstGeom>
        </p:spPr>
      </p:pic>
      <p:pic>
        <p:nvPicPr>
          <p:cNvPr id="10" name="Picture 9" descr="A colorful background with black border&#10;&#10;Description automatically generated">
            <a:extLst>
              <a:ext uri="{FF2B5EF4-FFF2-40B4-BE49-F238E27FC236}">
                <a16:creationId xmlns:a16="http://schemas.microsoft.com/office/drawing/2014/main" id="{58395CCF-4B2B-42BA-9981-93686ABDB9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18" y="2927149"/>
            <a:ext cx="5867242" cy="1703401"/>
          </a:xfrm>
          <a:prstGeom prst="rect">
            <a:avLst/>
          </a:prstGeom>
        </p:spPr>
      </p:pic>
      <p:pic>
        <p:nvPicPr>
          <p:cNvPr id="15" name="Picture 14" descr="A colorful background with black border&#10;&#10;Description automatically generated">
            <a:extLst>
              <a:ext uri="{FF2B5EF4-FFF2-40B4-BE49-F238E27FC236}">
                <a16:creationId xmlns:a16="http://schemas.microsoft.com/office/drawing/2014/main" id="{497299FD-052F-4EDD-AC12-C95AEBCA39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18" y="4745546"/>
            <a:ext cx="5867242" cy="1703401"/>
          </a:xfrm>
          <a:prstGeom prst="rect">
            <a:avLst/>
          </a:prstGeom>
        </p:spPr>
      </p:pic>
      <p:pic>
        <p:nvPicPr>
          <p:cNvPr id="21" name="Picture 20" descr="A blue and red background&#10;&#10;Description automatically generated">
            <a:extLst>
              <a:ext uri="{FF2B5EF4-FFF2-40B4-BE49-F238E27FC236}">
                <a16:creationId xmlns:a16="http://schemas.microsoft.com/office/drawing/2014/main" id="{DC64FC8D-8FB8-4F62-8082-DF6BB4B9BB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1" y="5227482"/>
            <a:ext cx="5342233" cy="1550971"/>
          </a:xfrm>
          <a:prstGeom prst="rect">
            <a:avLst/>
          </a:prstGeom>
        </p:spPr>
      </p:pic>
      <p:pic>
        <p:nvPicPr>
          <p:cNvPr id="25" name="Picture 24" descr="A close-up of a crack in a wall&#10;&#10;Description automatically generated">
            <a:extLst>
              <a:ext uri="{FF2B5EF4-FFF2-40B4-BE49-F238E27FC236}">
                <a16:creationId xmlns:a16="http://schemas.microsoft.com/office/drawing/2014/main" id="{C75ACEF7-C85D-4EE4-AE26-73C782D3FF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1" y="3659533"/>
            <a:ext cx="5342233" cy="15509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D0E0428-B9C3-4767-84C4-6FC65EB97CA2}"/>
              </a:ext>
            </a:extLst>
          </p:cNvPr>
          <p:cNvSpPr txBox="1"/>
          <p:nvPr/>
        </p:nvSpPr>
        <p:spPr>
          <a:xfrm>
            <a:off x="252140" y="1020018"/>
            <a:ext cx="6557886" cy="352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1597" indent="-201597">
              <a:buFont typeface="Arial" panose="020B0604020202020204" pitchFamily="34" charset="0"/>
              <a:buChar char="•"/>
            </a:pPr>
            <a:r>
              <a:rPr lang="en-GB" sz="1693" dirty="0"/>
              <a:t>And also some EBSD:</a:t>
            </a:r>
          </a:p>
        </p:txBody>
      </p:sp>
      <p:pic>
        <p:nvPicPr>
          <p:cNvPr id="17" name="Picture 16" descr="A blue and red rectangular object&#10;&#10;Description automatically generated">
            <a:extLst>
              <a:ext uri="{FF2B5EF4-FFF2-40B4-BE49-F238E27FC236}">
                <a16:creationId xmlns:a16="http://schemas.microsoft.com/office/drawing/2014/main" id="{84C941D8-BAF9-47E4-98E3-5094D0D2BCE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" t="83937" r="86132" b="7946"/>
          <a:stretch/>
        </p:blipFill>
        <p:spPr>
          <a:xfrm>
            <a:off x="107710" y="6447378"/>
            <a:ext cx="1501972" cy="23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1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FA8A5677-ACE4-4E7A-9C82-0CEA1F94EF04}"/>
              </a:ext>
            </a:extLst>
          </p:cNvPr>
          <p:cNvSpPr/>
          <p:nvPr/>
        </p:nvSpPr>
        <p:spPr>
          <a:xfrm>
            <a:off x="566591" y="93470"/>
            <a:ext cx="8220996" cy="725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GB" sz="2540" b="1" spc="-1" dirty="0">
                <a:solidFill>
                  <a:srgbClr val="17375E"/>
                </a:solidFill>
                <a:latin typeface="Calibri"/>
              </a:rPr>
              <a:t>Phase 2  –  Initial Carbon Coating </a:t>
            </a:r>
            <a:endParaRPr lang="en-GB" sz="2540" spc="-1" dirty="0">
              <a:latin typeface="Arial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CB3A4417-CECD-4B53-932D-C55E8AF8B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" y="23955032"/>
            <a:ext cx="130353" cy="260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4514" tIns="32257" rIns="64514" bIns="32257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270"/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F46C184B-F9BE-42C4-BB0D-1D98E75D0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11" y="24062556"/>
            <a:ext cx="130353" cy="260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4514" tIns="32257" rIns="64514" bIns="32257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270"/>
          </a:p>
        </p:txBody>
      </p:sp>
      <p:sp>
        <p:nvSpPr>
          <p:cNvPr id="14" name="Rectangle 40">
            <a:extLst>
              <a:ext uri="{FF2B5EF4-FFF2-40B4-BE49-F238E27FC236}">
                <a16:creationId xmlns:a16="http://schemas.microsoft.com/office/drawing/2014/main" id="{50A2460B-7E33-4E11-9409-72640DE8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603" y="9742489"/>
            <a:ext cx="130353" cy="260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4514" tIns="32257" rIns="64514" bIns="32257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270"/>
          </a:p>
        </p:txBody>
      </p:sp>
      <p:pic>
        <p:nvPicPr>
          <p:cNvPr id="11" name="Picture 10" descr="A black and white photo of a white strip&#10;&#10;Description automatically generated">
            <a:extLst>
              <a:ext uri="{FF2B5EF4-FFF2-40B4-BE49-F238E27FC236}">
                <a16:creationId xmlns:a16="http://schemas.microsoft.com/office/drawing/2014/main" id="{21ACDE65-BE2A-41CD-87FF-A1DD97D957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7" b="43329"/>
          <a:stretch/>
        </p:blipFill>
        <p:spPr>
          <a:xfrm>
            <a:off x="107711" y="1462570"/>
            <a:ext cx="5342233" cy="1921474"/>
          </a:xfrm>
          <a:prstGeom prst="rect">
            <a:avLst/>
          </a:prstGeom>
        </p:spPr>
      </p:pic>
      <p:pic>
        <p:nvPicPr>
          <p:cNvPr id="16" name="Picture 15" descr="A black and white photo of a white strip&#10;&#10;Description automatically generated">
            <a:extLst>
              <a:ext uri="{FF2B5EF4-FFF2-40B4-BE49-F238E27FC236}">
                <a16:creationId xmlns:a16="http://schemas.microsoft.com/office/drawing/2014/main" id="{D722DFD5-42EA-4808-8E34-6D9F7E2AC4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4" r="76464" b="273"/>
          <a:stretch/>
        </p:blipFill>
        <p:spPr>
          <a:xfrm>
            <a:off x="107711" y="3384044"/>
            <a:ext cx="1257377" cy="204576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D0E0428-B9C3-4767-84C4-6FC65EB97CA2}"/>
              </a:ext>
            </a:extLst>
          </p:cNvPr>
          <p:cNvSpPr txBox="1"/>
          <p:nvPr/>
        </p:nvSpPr>
        <p:spPr>
          <a:xfrm>
            <a:off x="252140" y="1020018"/>
            <a:ext cx="6557886" cy="352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1597" indent="-201597">
              <a:buFont typeface="Arial" panose="020B0604020202020204" pitchFamily="34" charset="0"/>
              <a:buChar char="•"/>
            </a:pPr>
            <a:r>
              <a:rPr lang="en-GB" sz="1693" dirty="0"/>
              <a:t>And also some EBSD:</a:t>
            </a:r>
          </a:p>
        </p:txBody>
      </p:sp>
      <p:pic>
        <p:nvPicPr>
          <p:cNvPr id="17" name="Picture 16" descr="A red line in a black and red background&#10;&#10;Description automatically generated">
            <a:extLst>
              <a:ext uri="{FF2B5EF4-FFF2-40B4-BE49-F238E27FC236}">
                <a16:creationId xmlns:a16="http://schemas.microsoft.com/office/drawing/2014/main" id="{A07D7191-43A8-47F9-BC2E-562F7CE4F6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98" b="38330"/>
          <a:stretch/>
        </p:blipFill>
        <p:spPr>
          <a:xfrm>
            <a:off x="107712" y="3609612"/>
            <a:ext cx="5336238" cy="166771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546FB67-1372-4D48-A6D7-06F4E7374B6F}"/>
              </a:ext>
            </a:extLst>
          </p:cNvPr>
          <p:cNvSpPr/>
          <p:nvPr/>
        </p:nvSpPr>
        <p:spPr>
          <a:xfrm>
            <a:off x="5039178" y="4946063"/>
            <a:ext cx="399202" cy="3193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7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F7A17F-A137-4450-9A40-803C1B6E5DA9}"/>
              </a:ext>
            </a:extLst>
          </p:cNvPr>
          <p:cNvSpPr txBox="1"/>
          <p:nvPr/>
        </p:nvSpPr>
        <p:spPr>
          <a:xfrm>
            <a:off x="5030496" y="4920594"/>
            <a:ext cx="759000" cy="39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75" b="1" dirty="0">
                <a:solidFill>
                  <a:srgbClr val="FF0000"/>
                </a:solidFill>
              </a:rPr>
              <a:t>Fe</a:t>
            </a:r>
            <a:endParaRPr lang="en-GB" sz="1270" b="1" dirty="0">
              <a:solidFill>
                <a:srgbClr val="FF0000"/>
              </a:solidFill>
            </a:endParaRPr>
          </a:p>
        </p:txBody>
      </p:sp>
      <p:pic>
        <p:nvPicPr>
          <p:cNvPr id="22" name="Picture 21" descr="A green and black background&#10;&#10;Description automatically generated">
            <a:extLst>
              <a:ext uri="{FF2B5EF4-FFF2-40B4-BE49-F238E27FC236}">
                <a16:creationId xmlns:a16="http://schemas.microsoft.com/office/drawing/2014/main" id="{E4880636-8DCE-4F69-9730-17FB2FBFD2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24" b="42264"/>
          <a:stretch/>
        </p:blipFill>
        <p:spPr>
          <a:xfrm>
            <a:off x="5562106" y="4736708"/>
            <a:ext cx="6480579" cy="166771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9491433-4E33-47BD-BAFF-D9AF7ABDB73D}"/>
              </a:ext>
            </a:extLst>
          </p:cNvPr>
          <p:cNvSpPr/>
          <p:nvPr/>
        </p:nvSpPr>
        <p:spPr>
          <a:xfrm>
            <a:off x="11692211" y="6087436"/>
            <a:ext cx="355590" cy="3047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70"/>
          </a:p>
        </p:txBody>
      </p:sp>
      <p:pic>
        <p:nvPicPr>
          <p:cNvPr id="35" name="Picture 24">
            <a:extLst>
              <a:ext uri="{FF2B5EF4-FFF2-40B4-BE49-F238E27FC236}">
                <a16:creationId xmlns:a16="http://schemas.microsoft.com/office/drawing/2014/main" id="{1A5C1746-86C0-4B3E-B92F-F7D6C8B6E246}"/>
              </a:ext>
            </a:extLst>
          </p:cNvPr>
          <p:cNvPicPr/>
          <p:nvPr/>
        </p:nvPicPr>
        <p:blipFill>
          <a:blip r:embed="rId6"/>
          <a:srcRect r="-101"/>
          <a:stretch/>
        </p:blipFill>
        <p:spPr>
          <a:xfrm>
            <a:off x="9684691" y="81278"/>
            <a:ext cx="2268159" cy="694925"/>
          </a:xfrm>
          <a:prstGeom prst="rect">
            <a:avLst/>
          </a:prstGeom>
          <a:ln>
            <a:noFill/>
          </a:ln>
        </p:spPr>
      </p:pic>
      <p:pic>
        <p:nvPicPr>
          <p:cNvPr id="36" name="Picture 35" descr="A blue and red background&#10;&#10;Description automatically generated">
            <a:extLst>
              <a:ext uri="{FF2B5EF4-FFF2-40B4-BE49-F238E27FC236}">
                <a16:creationId xmlns:a16="http://schemas.microsoft.com/office/drawing/2014/main" id="{151A06BE-61AC-43CF-8C32-FC3BE2630E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06" y="897900"/>
            <a:ext cx="6485696" cy="1882944"/>
          </a:xfrm>
          <a:prstGeom prst="rect">
            <a:avLst/>
          </a:prstGeom>
        </p:spPr>
      </p:pic>
      <p:pic>
        <p:nvPicPr>
          <p:cNvPr id="19" name="Picture 18" descr="A black and blue background with a line&#10;&#10;Description automatically generated with medium confidence">
            <a:extLst>
              <a:ext uri="{FF2B5EF4-FFF2-40B4-BE49-F238E27FC236}">
                <a16:creationId xmlns:a16="http://schemas.microsoft.com/office/drawing/2014/main" id="{2B7FFA9C-F366-450F-9B10-449C5C477D0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80" b="41983"/>
          <a:stretch/>
        </p:blipFill>
        <p:spPr>
          <a:xfrm>
            <a:off x="5562105" y="2848206"/>
            <a:ext cx="6480579" cy="165923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3409F67-136D-43A2-AB04-0912F947CF19}"/>
              </a:ext>
            </a:extLst>
          </p:cNvPr>
          <p:cNvSpPr/>
          <p:nvPr/>
        </p:nvSpPr>
        <p:spPr>
          <a:xfrm>
            <a:off x="11668816" y="4195722"/>
            <a:ext cx="380990" cy="3047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7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850E14-1F57-4957-8A56-659C05754859}"/>
              </a:ext>
            </a:extLst>
          </p:cNvPr>
          <p:cNvSpPr txBox="1"/>
          <p:nvPr/>
        </p:nvSpPr>
        <p:spPr>
          <a:xfrm>
            <a:off x="11665565" y="6051467"/>
            <a:ext cx="442017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75" b="1" dirty="0">
                <a:solidFill>
                  <a:srgbClr val="92D050"/>
                </a:solidFill>
              </a:rPr>
              <a:t>Cr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DF5CCC-87D3-4131-9819-17CF5A36EA4B}"/>
              </a:ext>
            </a:extLst>
          </p:cNvPr>
          <p:cNvSpPr txBox="1"/>
          <p:nvPr/>
        </p:nvSpPr>
        <p:spPr>
          <a:xfrm>
            <a:off x="11632788" y="4172248"/>
            <a:ext cx="500261" cy="39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75" b="1" dirty="0">
                <a:solidFill>
                  <a:srgbClr val="00FFCC"/>
                </a:solidFill>
              </a:rPr>
              <a:t>Pb</a:t>
            </a:r>
            <a:endParaRPr lang="en-GB" sz="1270" b="1" dirty="0">
              <a:solidFill>
                <a:srgbClr val="00FFCC"/>
              </a:solidFill>
            </a:endParaRPr>
          </a:p>
        </p:txBody>
      </p:sp>
      <p:pic>
        <p:nvPicPr>
          <p:cNvPr id="45" name="Picture 44" descr="A purple and black background&#10;&#10;Description automatically generated">
            <a:extLst>
              <a:ext uri="{FF2B5EF4-FFF2-40B4-BE49-F238E27FC236}">
                <a16:creationId xmlns:a16="http://schemas.microsoft.com/office/drawing/2014/main" id="{E43F692B-92D5-4ECA-A955-3A34076245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2" b="40768"/>
          <a:stretch/>
        </p:blipFill>
        <p:spPr>
          <a:xfrm>
            <a:off x="107711" y="5346528"/>
            <a:ext cx="5342233" cy="1431167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87F3BAAB-2A61-4B40-95EC-3DC98CACD189}"/>
              </a:ext>
            </a:extLst>
          </p:cNvPr>
          <p:cNvSpPr/>
          <p:nvPr/>
        </p:nvSpPr>
        <p:spPr>
          <a:xfrm>
            <a:off x="5081623" y="6479466"/>
            <a:ext cx="355590" cy="2793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7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908591-AAC5-4DE3-8BFE-F33300ADAD08}"/>
              </a:ext>
            </a:extLst>
          </p:cNvPr>
          <p:cNvSpPr txBox="1"/>
          <p:nvPr/>
        </p:nvSpPr>
        <p:spPr>
          <a:xfrm>
            <a:off x="5081430" y="6428530"/>
            <a:ext cx="759000" cy="39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75" b="1" dirty="0">
                <a:solidFill>
                  <a:srgbClr val="A01AB6"/>
                </a:solidFill>
              </a:rPr>
              <a:t>Ni</a:t>
            </a:r>
            <a:endParaRPr lang="en-GB" sz="1270" b="1" dirty="0">
              <a:solidFill>
                <a:srgbClr val="A01AB6"/>
              </a:solidFill>
            </a:endParaRPr>
          </a:p>
        </p:txBody>
      </p:sp>
      <p:pic>
        <p:nvPicPr>
          <p:cNvPr id="24" name="Picture 23" descr="A blue and red rectangular object&#10;&#10;Description automatically generated">
            <a:extLst>
              <a:ext uri="{FF2B5EF4-FFF2-40B4-BE49-F238E27FC236}">
                <a16:creationId xmlns:a16="http://schemas.microsoft.com/office/drawing/2014/main" id="{5E7DA5D5-EF0F-4633-B182-8620EC46D2E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" t="83937" r="86132" b="7946"/>
          <a:stretch/>
        </p:blipFill>
        <p:spPr>
          <a:xfrm>
            <a:off x="5562105" y="2423307"/>
            <a:ext cx="1501972" cy="23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82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Wande Cairang</dc:creator>
  <cp:lastModifiedBy>Wande Cairang</cp:lastModifiedBy>
  <cp:revision>2</cp:revision>
  <dcterms:created xsi:type="dcterms:W3CDTF">2026-05-24T03:51:58Z</dcterms:created>
  <dcterms:modified xsi:type="dcterms:W3CDTF">2026-05-24T03:52:24Z</dcterms:modified>
</cp:coreProperties>
</file>